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33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305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90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80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97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3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260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19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42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621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743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787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965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267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32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644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68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86B762-8D78-482E-83F2-9E9896BAD5D2}" type="datetimeFigureOut">
              <a:rPr lang="en-IN" smtClean="0"/>
              <a:t>27-11-2025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345ABF-21A8-4984-9A39-0E01B6FA610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74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5BA71-06C9-FF3B-6D91-71C3114F4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HR Data Analysis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5ADCD-81EF-F79F-C81F-73BB047E8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•Excel •Power BI •Tableau •SQL</a:t>
            </a:r>
          </a:p>
          <a:p>
            <a:r>
              <a:rPr lang="en-US" dirty="0"/>
              <a:t>Prepared By: Mahesh Khandgave</a:t>
            </a:r>
          </a:p>
          <a:p>
            <a:r>
              <a:rPr lang="en-US" dirty="0"/>
              <a:t>Domain: HR Analytics</a:t>
            </a:r>
          </a:p>
        </p:txBody>
      </p:sp>
    </p:spTree>
    <p:extLst>
      <p:ext uri="{BB962C8B-B14F-4D97-AF65-F5344CB8AC3E}">
        <p14:creationId xmlns:p14="http://schemas.microsoft.com/office/powerpoint/2010/main" val="198270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85AE-74A7-005D-6A2B-76068E5BC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74AAB-2351-162A-137F-DC4F8178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HR Analytics helps understand workforce patterns</a:t>
            </a:r>
          </a:p>
          <a:p>
            <a:r>
              <a:rPr lang="en-IN" dirty="0"/>
              <a:t>Focus on attrition, salary, performance &amp; satisfaction</a:t>
            </a:r>
          </a:p>
          <a:p>
            <a:r>
              <a:rPr lang="en-IN" dirty="0"/>
              <a:t>Multi-tool approach improves accuracy</a:t>
            </a:r>
          </a:p>
          <a:p>
            <a:r>
              <a:rPr lang="en-IN" dirty="0"/>
              <a:t>Visual dashboards from 3 tools + SQL insights</a:t>
            </a:r>
          </a:p>
        </p:txBody>
      </p:sp>
    </p:spTree>
    <p:extLst>
      <p:ext uri="{BB962C8B-B14F-4D97-AF65-F5344CB8AC3E}">
        <p14:creationId xmlns:p14="http://schemas.microsoft.com/office/powerpoint/2010/main" val="120616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11452-49D7-1634-11CA-086D9D0A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 of the Project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8A690-64B7-4CC2-2FB3-FCCD4BB60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2517057"/>
            <a:ext cx="9950245" cy="3659905"/>
          </a:xfrm>
        </p:spPr>
        <p:txBody>
          <a:bodyPr/>
          <a:lstStyle/>
          <a:p>
            <a:r>
              <a:rPr lang="en-US" dirty="0"/>
              <a:t>Identify key factors causing attrition</a:t>
            </a:r>
          </a:p>
          <a:p>
            <a:r>
              <a:rPr lang="en-US" dirty="0"/>
              <a:t>Analyze salary vs job roles</a:t>
            </a:r>
          </a:p>
          <a:p>
            <a:r>
              <a:rPr lang="en-US" dirty="0"/>
              <a:t>Study work-life balance impact</a:t>
            </a:r>
          </a:p>
          <a:p>
            <a:r>
              <a:rPr lang="en-US" dirty="0"/>
              <a:t>Determine high-risk departments</a:t>
            </a:r>
          </a:p>
          <a:p>
            <a:r>
              <a:rPr lang="en-US" dirty="0"/>
              <a:t>Generate data-driven HR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54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8DB5-12B8-2B04-5136-311919AC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Tools Used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53679-C953-BB35-AA49-9F104640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Excel</a:t>
            </a:r>
          </a:p>
          <a:p>
            <a:r>
              <a:rPr lang="en-IN" dirty="0"/>
              <a:t>KPI Dashboard</a:t>
            </a:r>
          </a:p>
          <a:p>
            <a:r>
              <a:rPr lang="en-IN" dirty="0"/>
              <a:t>Pivot Tables</a:t>
            </a:r>
          </a:p>
          <a:p>
            <a:pPr marL="0" indent="0">
              <a:buNone/>
            </a:pPr>
            <a:r>
              <a:rPr lang="en-IN" b="1" dirty="0"/>
              <a:t>Tableau</a:t>
            </a:r>
          </a:p>
          <a:p>
            <a:r>
              <a:rPr lang="en-IN" dirty="0"/>
              <a:t>Advanced visual analytics</a:t>
            </a:r>
          </a:p>
          <a:p>
            <a:r>
              <a:rPr lang="en-IN" dirty="0"/>
              <a:t>Interactive filters</a:t>
            </a:r>
          </a:p>
          <a:p>
            <a:pPr marL="0" indent="0">
              <a:buNone/>
            </a:pPr>
            <a:r>
              <a:rPr lang="en-IN" b="1" dirty="0"/>
              <a:t>Power BI</a:t>
            </a:r>
          </a:p>
          <a:p>
            <a:r>
              <a:rPr lang="en-IN" dirty="0"/>
              <a:t>Dynamic dashboards</a:t>
            </a:r>
          </a:p>
          <a:p>
            <a:r>
              <a:rPr lang="en-IN" dirty="0"/>
              <a:t>DAX measures</a:t>
            </a:r>
          </a:p>
          <a:p>
            <a:pPr marL="0" indent="0">
              <a:buNone/>
            </a:pPr>
            <a:r>
              <a:rPr lang="en-IN" b="1" dirty="0"/>
              <a:t>SQL</a:t>
            </a:r>
          </a:p>
          <a:p>
            <a:r>
              <a:rPr lang="en-IN" dirty="0"/>
              <a:t>Employee count</a:t>
            </a:r>
          </a:p>
          <a:p>
            <a:r>
              <a:rPr lang="en-IN" dirty="0"/>
              <a:t>Attrition metrics</a:t>
            </a:r>
          </a:p>
        </p:txBody>
      </p:sp>
    </p:spTree>
    <p:extLst>
      <p:ext uri="{BB962C8B-B14F-4D97-AF65-F5344CB8AC3E}">
        <p14:creationId xmlns:p14="http://schemas.microsoft.com/office/powerpoint/2010/main" val="4233546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2A70-12F8-57DB-ED33-68910AD0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Excel Dashboard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6955-D4DB-0665-B9AF-6E9C6C103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5" y="2458065"/>
            <a:ext cx="11425085" cy="4399934"/>
          </a:xfrm>
        </p:spPr>
        <p:txBody>
          <a:bodyPr>
            <a:normAutofit/>
          </a:bodyPr>
          <a:lstStyle/>
          <a:p>
            <a:r>
              <a:rPr lang="en-US" sz="2000" dirty="0"/>
              <a:t>Total employees</a:t>
            </a:r>
          </a:p>
          <a:p>
            <a:r>
              <a:rPr lang="en-US" sz="2000" dirty="0"/>
              <a:t>Attrition count &amp; percentage</a:t>
            </a:r>
          </a:p>
          <a:p>
            <a:r>
              <a:rPr lang="en-US" sz="2000" dirty="0"/>
              <a:t>Age segmentation</a:t>
            </a:r>
          </a:p>
          <a:p>
            <a:r>
              <a:rPr lang="en-US" sz="2000" dirty="0"/>
              <a:t>Gender ratio</a:t>
            </a:r>
          </a:p>
          <a:p>
            <a:r>
              <a:rPr lang="en-US" sz="2000" dirty="0"/>
              <a:t>Department distribution</a:t>
            </a:r>
          </a:p>
          <a:p>
            <a:r>
              <a:rPr lang="en-US" sz="2000" dirty="0"/>
              <a:t>Salary categories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57F77-9D9B-DBEE-F82F-FA12E6581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704" y="2485346"/>
            <a:ext cx="7187382" cy="372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0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838A1-A4BA-A2DD-B9EF-4599E86B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Power BI Dashboard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E607-6E30-7E14-7C18-D79B476E5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0" y="2438400"/>
            <a:ext cx="11533239" cy="4419599"/>
          </a:xfrm>
        </p:spPr>
        <p:txBody>
          <a:bodyPr>
            <a:normAutofit/>
          </a:bodyPr>
          <a:lstStyle/>
          <a:p>
            <a:r>
              <a:rPr lang="en-US" sz="2000" dirty="0"/>
              <a:t>Attrition by job role</a:t>
            </a:r>
          </a:p>
          <a:p>
            <a:r>
              <a:rPr lang="en-US" sz="2000" dirty="0"/>
              <a:t>Overtime vs attrition</a:t>
            </a:r>
          </a:p>
          <a:p>
            <a:r>
              <a:rPr lang="en-US" sz="2000" dirty="0"/>
              <a:t>Salary distribution</a:t>
            </a:r>
          </a:p>
          <a:p>
            <a:r>
              <a:rPr lang="en-US" sz="2000" dirty="0"/>
              <a:t>Department KPIs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B89BD-AB1C-1E29-FE0F-A61AE3B50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476" y="2525502"/>
            <a:ext cx="8109155" cy="367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5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1049-E978-8428-C867-85D8DFE9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Tableau Dashboard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A3795-7AD7-2119-D8FD-FB9471CE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447" y="2566220"/>
            <a:ext cx="11314552" cy="4291779"/>
          </a:xfrm>
        </p:spPr>
        <p:txBody>
          <a:bodyPr>
            <a:normAutofit/>
          </a:bodyPr>
          <a:lstStyle/>
          <a:p>
            <a:r>
              <a:rPr lang="en-US" sz="2000" dirty="0"/>
              <a:t>Attrition by department</a:t>
            </a:r>
          </a:p>
          <a:p>
            <a:r>
              <a:rPr lang="en-US" sz="2000" dirty="0"/>
              <a:t>Salary vs age</a:t>
            </a:r>
          </a:p>
          <a:p>
            <a:r>
              <a:rPr lang="en-US" sz="2000" dirty="0"/>
              <a:t>Work-life balance</a:t>
            </a:r>
          </a:p>
          <a:p>
            <a:r>
              <a:rPr lang="en-US" sz="2000" dirty="0"/>
              <a:t>Custom filters</a:t>
            </a:r>
          </a:p>
          <a:p>
            <a:pPr marL="0" indent="0">
              <a:buNone/>
            </a:pPr>
            <a:r>
              <a:rPr lang="en-US" sz="2000" dirty="0"/>
              <a:t> (Age, Gender, Department)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A2FBC-EFA2-89EC-ADAC-8A17A6DF1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065" y="2682769"/>
            <a:ext cx="7332488" cy="348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76D38-377D-DE87-1D35-FF625D3F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SQL Queary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5E4DB1-21A7-BB48-CFBF-0994775DE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69" y="2615381"/>
            <a:ext cx="3323304" cy="341179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BA6A8-7052-33DA-2C82-4C65B5131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050" y="2517057"/>
            <a:ext cx="6452381" cy="363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7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72C2F-6FD3-D689-6648-B1E0AF10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BB422-E1AC-A49D-B3E0-117311BA2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Overtime employees leave more</a:t>
            </a:r>
          </a:p>
          <a:p>
            <a:r>
              <a:rPr lang="en-US" dirty="0"/>
              <a:t>Highest attrition age group: 25–35</a:t>
            </a:r>
          </a:p>
          <a:p>
            <a:r>
              <a:rPr lang="en-US" dirty="0"/>
              <a:t>Sales &amp; R&amp;D departments most affected</a:t>
            </a:r>
          </a:p>
          <a:p>
            <a:r>
              <a:rPr lang="en-US" dirty="0"/>
              <a:t>Low salary group faces higher stress</a:t>
            </a:r>
          </a:p>
          <a:p>
            <a:r>
              <a:rPr lang="en-US" dirty="0"/>
              <a:t>Work-life balance directly impacts retention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758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7035-5696-7CA4-7759-45A1571C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 &amp; Recommendation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B6515-441B-4923-CCA9-2CD095EA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sz="2000" dirty="0"/>
              <a:t>HR data shows clear patterns affecting retention</a:t>
            </a:r>
          </a:p>
          <a:p>
            <a:r>
              <a:rPr lang="en-US" sz="2000" dirty="0"/>
              <a:t>Dashboards help identify risk groups</a:t>
            </a:r>
          </a:p>
          <a:p>
            <a:r>
              <a:rPr lang="en-US" sz="2000" dirty="0"/>
              <a:t>Data supports HR decision-making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Recommendations</a:t>
            </a:r>
          </a:p>
          <a:p>
            <a:r>
              <a:rPr lang="en-US" sz="2000" dirty="0"/>
              <a:t>Reduce overtime pressure</a:t>
            </a:r>
          </a:p>
          <a:p>
            <a:r>
              <a:rPr lang="en-US" sz="2000" dirty="0"/>
              <a:t>Improve salary for low-income roles</a:t>
            </a:r>
          </a:p>
          <a:p>
            <a:r>
              <a:rPr lang="en-US" sz="2000" dirty="0"/>
              <a:t>Offer training &amp; growth opportunities</a:t>
            </a:r>
          </a:p>
          <a:p>
            <a:r>
              <a:rPr lang="en-US" sz="2000" dirty="0"/>
              <a:t>Run employee satisfaction programs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35288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224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HR Data Analysis </vt:lpstr>
      <vt:lpstr>Project Introduction</vt:lpstr>
      <vt:lpstr>Objectives of the Project</vt:lpstr>
      <vt:lpstr>Tools Used</vt:lpstr>
      <vt:lpstr>Excel Dashboard Insights</vt:lpstr>
      <vt:lpstr>Power BI Dashboard Insights</vt:lpstr>
      <vt:lpstr>Tableau Dashboard Insights</vt:lpstr>
      <vt:lpstr>SQL Queary</vt:lpstr>
      <vt:lpstr>Key Insights</vt:lpstr>
      <vt:lpstr>Conclusion &amp;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maheshkhandgave1660@outlook.com</dc:creator>
  <cp:lastModifiedBy>maheshkhandgave1660@outlook.com</cp:lastModifiedBy>
  <cp:revision>1</cp:revision>
  <dcterms:created xsi:type="dcterms:W3CDTF">2025-11-27T14:41:29Z</dcterms:created>
  <dcterms:modified xsi:type="dcterms:W3CDTF">2025-11-27T14:49:38Z</dcterms:modified>
</cp:coreProperties>
</file>